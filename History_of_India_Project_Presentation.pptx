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73152" cy="393192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134"/>
                </a:solidFill>
                <a:latin typeface="Calibri"/>
              </a:defRPr>
            </a:pPr>
            <a:r>
              <a:t>BACHELOR OF SCIENCE (COMPUTER SCIENCE) • FINAL YEAR PROJECT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History of India</a:t>
            </a:r>
          </a:p>
          <a:p>
            <a:pPr>
              <a:defRPr sz="1800">
                <a:solidFill>
                  <a:srgbClr val="D2E1F5"/>
                </a:solidFill>
                <a:latin typeface="Calibri"/>
              </a:defRPr>
            </a:pPr>
            <a:r>
              <a:t>An Interactive Digital Archive &amp; Educational Web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749039"/>
            <a:ext cx="9418320" cy="2103120"/>
          </a:xfrm>
          <a:prstGeom prst="roundRect">
            <a:avLst/>
          </a:prstGeom>
          <a:solidFill>
            <a:srgbClr val="20375C"/>
          </a:solidFill>
          <a:ln>
            <a:solidFill>
              <a:srgbClr val="37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000" b="1">
                <a:solidFill>
                  <a:srgbClr val="C59134"/>
                </a:solidFill>
                <a:latin typeface="Calibri"/>
              </a:defRPr>
            </a:pPr>
            <a:r>
              <a:t>PROJECT PRESENTATION &amp; DEFENSE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Candidate: Mr. Raunak Dilip Jaiswal</a:t>
            </a:r>
          </a:p>
          <a:p>
            <a:pPr>
              <a:spcBef>
                <a:spcPts val="400"/>
              </a:spcBef>
              <a:defRPr sz="1200">
                <a:solidFill>
                  <a:srgbClr val="DCE6F5"/>
                </a:solidFill>
                <a:latin typeface="Calibri"/>
              </a:defRPr>
            </a:pPr>
            <a:r>
              <a:t>College: V.K. Krishna Menon College of Commerce &amp; Economics, Mumbai</a:t>
            </a:r>
            <a:br/>
            <a:r>
              <a:t>University: University of Mumbai  |  Academic Year: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Project Overview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2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rial"/>
              </a:defRPr>
            </a:pPr>
            <a:r>
              <a:t>Challenges in Traditional History Education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6416B"/>
                </a:solidFill>
                <a:latin typeface="Calibri"/>
              </a:rPr>
              <a:t>• Textbook Disconnect: </a:t>
            </a:r>
            <a:r>
              <a:rPr sz="1200">
                <a:solidFill>
                  <a:srgbClr val="1C2530"/>
                </a:solidFill>
                <a:latin typeface="Calibri"/>
              </a:rPr>
              <a:t>Static printed materials and long walls of text fail to engage visual, modern digital learners.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6416B"/>
                </a:solidFill>
                <a:latin typeface="Calibri"/>
              </a:rPr>
              <a:t>• Fragmented Digital Content: </a:t>
            </a:r>
            <a:r>
              <a:rPr sz="1200">
                <a:solidFill>
                  <a:srgbClr val="1C2530"/>
                </a:solidFill>
                <a:latin typeface="Calibri"/>
              </a:rPr>
              <a:t>Online historical information is scattered across unverified blogs, low-res scans, and non-interactive pages.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6416B"/>
                </a:solidFill>
                <a:latin typeface="Calibri"/>
              </a:rPr>
              <a:t>• Lack of Temporal Flow: </a:t>
            </a:r>
            <a:r>
              <a:rPr sz="1200">
                <a:solidFill>
                  <a:srgbClr val="1C2530"/>
                </a:solidFill>
                <a:latin typeface="Calibri"/>
              </a:rPr>
              <a:t>Learners struggle to grasp concurrent civilizational developments across 5,000 years of Indian epochs.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6416B"/>
                </a:solidFill>
                <a:latin typeface="Calibri"/>
              </a:rPr>
              <a:t>• Missing Multimedia Context: </a:t>
            </a:r>
            <a:r>
              <a:rPr sz="1200">
                <a:solidFill>
                  <a:srgbClr val="1C2530"/>
                </a:solidFill>
                <a:latin typeface="Calibri"/>
              </a:rPr>
              <a:t>Museum treasures, geographical imperial expansions, and indigenous classical art forms are rarely experienced together in a single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rial"/>
              </a:defRPr>
            </a:pPr>
            <a:r>
              <a:t>The 'History of India' Web Solution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A07323"/>
                </a:solidFill>
                <a:latin typeface="Calibri"/>
              </a:rPr>
              <a:t>• Unified Digital Humanities Portal: </a:t>
            </a:r>
            <a:r>
              <a:rPr sz="1200">
                <a:solidFill>
                  <a:srgbClr val="1C2530"/>
                </a:solidFill>
                <a:latin typeface="Calibri"/>
              </a:rPr>
              <a:t>A single responsive hub covering 6 major epochs from the Bronze Age Indus Valley to the Modern Republic.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A07323"/>
                </a:solidFill>
                <a:latin typeface="Calibri"/>
              </a:rPr>
              <a:t>• Sony Darkroom Aesthetics: </a:t>
            </a:r>
            <a:r>
              <a:rPr sz="1200">
                <a:solidFill>
                  <a:srgbClr val="1C2530"/>
                </a:solidFill>
                <a:latin typeface="Calibri"/>
              </a:rPr>
              <a:t>Cinema-grade dark theme reducing eye fatigue while accentuating museum artifact colors and historical manuscripts.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A07323"/>
                </a:solidFill>
                <a:latin typeface="Calibri"/>
              </a:rPr>
              <a:t>• Real-Time Web Audio Synthesis: </a:t>
            </a:r>
            <a:r>
              <a:rPr sz="1200">
                <a:solidFill>
                  <a:srgbClr val="1C2530"/>
                </a:solidFill>
                <a:latin typeface="Calibri"/>
              </a:rPr>
              <a:t>A procedural Tanpura acoustic drone synthesized directly in-browser using mathematical audio oscillators.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A07323"/>
                </a:solidFill>
                <a:latin typeface="Calibri"/>
              </a:rPr>
              <a:t>• Zero Dependency Architecture: </a:t>
            </a:r>
            <a:r>
              <a:rPr sz="1200">
                <a:solidFill>
                  <a:srgbClr val="1C2530"/>
                </a:solidFill>
                <a:latin typeface="Calibri"/>
              </a:rPr>
              <a:t>Engineered in pure standard-library Python, native ES6+ JavaScript, and semantic HTML5—100% lightweight and robust.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2 •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3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536192"/>
            <a:ext cx="548640" cy="5029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8132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Dual-Mode Temporal Chronology</a:t>
            </a:r>
          </a:p>
          <a:p>
            <a:pPr>
              <a:spcBef>
                <a:spcPts val="2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Deliver two synchronized perspectives on Indian history: a dynamic horizontal carousel for broad comparative epoch exploration, and a vertical scholarly feed for deep milestone reading.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496312"/>
            <a:ext cx="548640" cy="5029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4144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Curated Museum Lightbox Gallery</a:t>
            </a:r>
          </a:p>
          <a:p>
            <a:pPr>
              <a:spcBef>
                <a:spcPts val="2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Digitize and organize 22 high-resolution, public-domain archaeological treasures with zoomable modal lightboxes, provenance notes, and verified historical metadata.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456432"/>
            <a:ext cx="548640" cy="5029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015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Imperial Dynasties Atlas</a:t>
            </a:r>
          </a:p>
          <a:p>
            <a:pPr>
              <a:spcBef>
                <a:spcPts val="2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Build an interactive visual map detailing peak territorial borders, sovereign capitals, pioneering rulers, and cultural landmarks of India's major ruling empires.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416552"/>
            <a:ext cx="548640" cy="5029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6168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In-Browser Procedural Soundscape</a:t>
            </a:r>
          </a:p>
          <a:p>
            <a:pPr>
              <a:spcBef>
                <a:spcPts val="2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Leverage the W3C Web Audio API to procedurally generate an authentic Indian classical Tanpura drone (Sa-Pa tuning) with zero external MP3s and zero network latency.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76672"/>
            <a:ext cx="548640" cy="5029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2180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Interactive Assessment &amp; Persistence</a:t>
            </a:r>
          </a:p>
          <a:p>
            <a:pPr>
              <a:spcBef>
                <a:spcPts val="2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Provide a dynamic knowledge quiz with immediate feedback, paired with a persistent client-side bookmarking drawer stored across user sessions via localStorage.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3 •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Technology Stack &amp; Engineering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4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Frontend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6634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Semantic HTML5: </a:t>
            </a:r>
            <a:r>
              <a:rPr sz="1050">
                <a:solidFill>
                  <a:srgbClr val="1C2530"/>
                </a:solidFill>
                <a:latin typeface="Calibri"/>
              </a:rPr>
              <a:t>Accessible landmark structure (&lt;header&gt;, &lt;main&gt;, &lt;article&gt;, &lt;aside&gt;) with full ARIA attributes.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Custom CSS3 Darkroom: </a:t>
            </a:r>
            <a:r>
              <a:rPr sz="1050">
                <a:solidFill>
                  <a:srgbClr val="1C2530"/>
                </a:solidFill>
                <a:latin typeface="Calibri"/>
              </a:rPr>
              <a:t>Engineered with CSS Custom Properties, glassmorphism backdrops, Flexbox, and CSS Grid.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Modular ES6+ JavaScript: </a:t>
            </a:r>
            <a:r>
              <a:rPr sz="1050">
                <a:solidFill>
                  <a:srgbClr val="1C2530"/>
                </a:solidFill>
                <a:latin typeface="Calibri"/>
              </a:rPr>
              <a:t>Native DOM scripting, event-delegation controllers, and zero heavy frameworks like React or Angular.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07323"/>
                </a:solidFill>
                <a:latin typeface="Arial"/>
              </a:defRPr>
            </a:pPr>
            <a:r>
              <a:t>Audio DSP &amp;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6634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W3C Web Audio API: </a:t>
            </a:r>
            <a:r>
              <a:rPr sz="1050">
                <a:solidFill>
                  <a:srgbClr val="1C2530"/>
                </a:solidFill>
                <a:latin typeface="Calibri"/>
              </a:rPr>
              <a:t>Client-side digital signal processing utilizing AudioContext, OscillatorNode, and GainNode.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Additive Synthesis: </a:t>
            </a:r>
            <a:r>
              <a:rPr sz="1050">
                <a:solidFill>
                  <a:srgbClr val="1C2530"/>
                </a:solidFill>
                <a:latin typeface="Calibri"/>
              </a:rPr>
              <a:t>Simulates resonant harmonics of acoustic Tanpura strings (fundamental C#3/D3 at 138-146 Hz).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Zero Asset Bandwidth: </a:t>
            </a:r>
            <a:r>
              <a:rPr sz="1050">
                <a:solidFill>
                  <a:srgbClr val="1C2530"/>
                </a:solidFill>
                <a:latin typeface="Calibri"/>
              </a:rPr>
              <a:t>Pure algorithmic sound generation with no external audio files, saving memory and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Backend &amp; REST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46634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Python 3.12 HTTP Server: </a:t>
            </a:r>
            <a:r>
              <a:rPr sz="1050">
                <a:solidFill>
                  <a:srgbClr val="1C2530"/>
                </a:solidFill>
                <a:latin typeface="Calibri"/>
              </a:rPr>
              <a:t>Built with standard-library http.server, socket, and urllib.parse—zero pip runtime dependencies.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Custom RESTful Endpoints: </a:t>
            </a:r>
            <a:r>
              <a:rPr sz="1050">
                <a:solidFill>
                  <a:srgbClr val="1C2530"/>
                </a:solidFill>
                <a:latin typeface="Calibri"/>
              </a:rPr>
              <a:t>/api/status (health check), /api/quiz (randomized questions), and /api/bookmarks (sync).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Graceful Port Negotiation: </a:t>
            </a:r>
            <a:r>
              <a:rPr sz="1050">
                <a:solidFill>
                  <a:srgbClr val="1C2530"/>
                </a:solidFill>
                <a:latin typeface="Calibri"/>
              </a:rPr>
              <a:t>Auto-detects open TCP ports (8000-8010) and launches default web browser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07323"/>
                </a:solidFill>
                <a:latin typeface="Arial"/>
              </a:defRPr>
            </a:pPr>
            <a:r>
              <a:t>Data, Storage &amp; Hosting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46634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Client-Side Persistence: </a:t>
            </a:r>
            <a:r>
              <a:rPr sz="1050">
                <a:solidFill>
                  <a:srgbClr val="1C2530"/>
                </a:solidFill>
                <a:latin typeface="Calibri"/>
              </a:rPr>
              <a:t>HTML5 localStorage API retains bookmarked artifacts and quiz performance across browser reloads.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Source Version Control: </a:t>
            </a:r>
            <a:r>
              <a:rPr sz="1050">
                <a:solidFill>
                  <a:srgbClr val="1C2530"/>
                </a:solidFill>
                <a:latin typeface="Calibri"/>
              </a:rPr>
              <a:t>Managed via Git and GitHub CLI with clean branch structure and semantic commit history.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C2530"/>
                </a:solidFill>
                <a:latin typeface="Calibri"/>
              </a:rPr>
              <a:t>• Global Cloud Deployment: </a:t>
            </a:r>
            <a:r>
              <a:rPr sz="1050">
                <a:solidFill>
                  <a:srgbClr val="1C2530"/>
                </a:solidFill>
                <a:latin typeface="Calibri"/>
              </a:rPr>
              <a:t>Hosted live worldwide on GitHub Pages with HTTPS encryption and global edge CDN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4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System Design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5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stem_desig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212080" cy="5791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4389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rial"/>
              </a:defRPr>
            </a:pPr>
            <a:r>
              <a:t>Multi-Tiered Architectural Model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A07323"/>
                </a:solidFill>
                <a:latin typeface="Calibri"/>
              </a:rPr>
              <a:t>Client Tier (Browser): </a:t>
            </a:r>
            <a:r>
              <a:rPr sz="1050">
                <a:solidFill>
                  <a:srgbClr val="1C2530"/>
                </a:solidFill>
                <a:latin typeface="Calibri"/>
              </a:rPr>
              <a:t>Executes responsive UI rendering, interactive state machines, filter transitions, and hardware-accelerated CSS animations. Processes user input with instant feedback.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A07323"/>
                </a:solidFill>
                <a:latin typeface="Calibri"/>
              </a:rPr>
              <a:t>Audio DSP Pipeline: </a:t>
            </a:r>
            <a:r>
              <a:rPr sz="1050">
                <a:solidFill>
                  <a:srgbClr val="1C2530"/>
                </a:solidFill>
                <a:latin typeface="Calibri"/>
              </a:rPr>
              <a:t>An independent audio graph initialized upon user gesture, connecting parametric oscillators, biquad low-pass filters, and exponential gain ramps.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A07323"/>
                </a:solidFill>
                <a:latin typeface="Calibri"/>
              </a:rPr>
              <a:t>Application &amp; REST Tier: </a:t>
            </a:r>
            <a:r>
              <a:rPr sz="1050">
                <a:solidFill>
                  <a:srgbClr val="1C2530"/>
                </a:solidFill>
                <a:latin typeface="Calibri"/>
              </a:rPr>
              <a:t>A lightweight Python HTTP server acting as a reverse-proxy and JSON REST dispatcher, exposing endpoints for health checks, quiz datasets, and sync.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A07323"/>
                </a:solidFill>
                <a:latin typeface="Calibri"/>
              </a:rPr>
              <a:t>Data &amp; Storage Tier: </a:t>
            </a:r>
            <a:r>
              <a:rPr sz="1050">
                <a:solidFill>
                  <a:srgbClr val="1C2530"/>
                </a:solidFill>
                <a:latin typeface="Calibri"/>
              </a:rPr>
              <a:t>Structured static datasets in JSON format combined with client localStorage for instantaneous access without database query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5 • KEY FEATURES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Core Features: Chronology &amp; Artifact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6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2_horizonta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852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9319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1. Dual-Mode Master Chronology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Interactive Epoch Filtering: Seamlessly switch across 6 civilizational epochs.</a:t>
            </a:r>
            <a:br/>
            <a:r>
              <a:t>• Dual Perspective: Horizontal timeline for visual progression; vertical milestone feed for comprehensive scholarly reading.</a:t>
            </a:r>
            <a:br/>
            <a:r>
              <a:t>• Dynamic Milestone Cards: Displays historical significance, dating, and key architectural/cultural contributions.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s4_artifact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4754880" cy="2852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39319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2. Curated Museum Lightbox Gallery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22 Curated Public-Domain Treasures: Includes Dancing Girl, Ashoka Lion Capital, Ajanta murals, Brihadisvara Temple, and Koh-i-Noor.</a:t>
            </a:r>
            <a:br/>
            <a:r>
              <a:t>• High-Resolution Lightbox: Modal zoom, provenance notes, discovery location, and Wikipedia reference citations.</a:t>
            </a:r>
            <a:br/>
            <a:r>
              <a:t>• Instant Categorical Filtering: Filter by sculpture, architecture, coins, or painting.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5 • KEY FEATURES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Core Features: Atlas, Audio DSP &amp; Quiz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7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6_imperial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2966313" cy="17797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474720"/>
            <a:ext cx="2966313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82B49"/>
                </a:solidFill>
                <a:latin typeface="Arial"/>
              </a:defRPr>
            </a:pPr>
            <a:r>
              <a:t>Imperial Dynasties Atlas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Territorial Cartography: </a:t>
            </a:r>
            <a:r>
              <a:rPr sz="950">
                <a:solidFill>
                  <a:srgbClr val="1C2530"/>
                </a:solidFill>
                <a:latin typeface="Calibri"/>
              </a:rPr>
              <a:t>Visualizes peak territorial borders of Maurya, Gupta, Chola, Mughal, and Maratha empires.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Dynasty Fast Facts: </a:t>
            </a:r>
            <a:r>
              <a:rPr sz="950">
                <a:solidFill>
                  <a:srgbClr val="1C2530"/>
                </a:solidFill>
                <a:latin typeface="Calibri"/>
              </a:rPr>
              <a:t>Quick reference for capital cities, prominent rulers, founding dates, and epoch achievements.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Comparative Analysis: </a:t>
            </a:r>
            <a:r>
              <a:rPr sz="950">
                <a:solidFill>
                  <a:srgbClr val="1C2530"/>
                </a:solidFill>
                <a:latin typeface="Calibri"/>
              </a:rPr>
              <a:t>Enables students to understand geographical shifts across centuries of Indian governance.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353" y="137160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s9_audio_atmo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233" y="1554480"/>
            <a:ext cx="2966313" cy="17797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2233" y="3474720"/>
            <a:ext cx="2966313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82B49"/>
                </a:solidFill>
                <a:latin typeface="Arial"/>
              </a:defRPr>
            </a:pPr>
            <a:r>
              <a:t>Tanpura Synthesizer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Web Audio API DSP: </a:t>
            </a:r>
            <a:r>
              <a:rPr sz="950">
                <a:solidFill>
                  <a:srgbClr val="1C2530"/>
                </a:solidFill>
                <a:latin typeface="Calibri"/>
              </a:rPr>
              <a:t>Algorithmic additive synthesis generating real acoustic Tanpura resonance in real-time.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Sa-Pa Drone Tuning: </a:t>
            </a:r>
            <a:r>
              <a:rPr sz="950">
                <a:solidFill>
                  <a:srgbClr val="1C2530"/>
                </a:solidFill>
                <a:latin typeface="Calibri"/>
              </a:rPr>
              <a:t>Calibrated to meditative frequencies (fundamental C#3/D3 at 138-146 Hz).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Zero Audio Assets: </a:t>
            </a:r>
            <a:r>
              <a:rPr sz="950">
                <a:solidFill>
                  <a:srgbClr val="1C2530"/>
                </a:solidFill>
                <a:latin typeface="Calibri"/>
              </a:rPr>
              <a:t>No MP3/WAV files required—pure mathematical code running natively inside the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187" y="1371600"/>
            <a:ext cx="333207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s7_knowledge_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7" y="1554480"/>
            <a:ext cx="2966313" cy="17797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0067" y="3474720"/>
            <a:ext cx="2966313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82B49"/>
                </a:solidFill>
                <a:latin typeface="Arial"/>
              </a:defRPr>
            </a:pPr>
            <a:r>
              <a:t>Knowledge Quiz &amp; Bookmarks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Trivia Engine: </a:t>
            </a:r>
            <a:r>
              <a:rPr sz="950">
                <a:solidFill>
                  <a:srgbClr val="1C2530"/>
                </a:solidFill>
                <a:latin typeface="Calibri"/>
              </a:rPr>
              <a:t>Dynamic multiple-choice questions covering all eras with randomized options and scoring.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Instant Feedback: </a:t>
            </a:r>
            <a:r>
              <a:rPr sz="950">
                <a:solidFill>
                  <a:srgbClr val="1C2530"/>
                </a:solidFill>
                <a:latin typeface="Calibri"/>
              </a:rPr>
              <a:t>Immediate answer validation with detailed historical explanations for educational reinforcement.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07323"/>
                </a:solidFill>
                <a:latin typeface="Calibri"/>
              </a:rPr>
              <a:t>• Persistent Bookmarks: </a:t>
            </a:r>
            <a:r>
              <a:rPr sz="950">
                <a:solidFill>
                  <a:srgbClr val="1C2530"/>
                </a:solidFill>
                <a:latin typeface="Calibri"/>
              </a:rPr>
              <a:t>Users can save artifacts and timeline cards to a persistent drawer via localStorage.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6 •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Testing, Quality Assurance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8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82B49"/>
                </a:solidFill>
                <a:latin typeface="Arial"/>
              </a:rPr>
              <a:t>Automated Code Audit  </a:t>
            </a:r>
            <a:r>
              <a:rPr sz="1000" b="1">
                <a:solidFill>
                  <a:srgbClr val="5A6878"/>
                </a:solidFill>
                <a:latin typeface="Calibri"/>
              </a:rPr>
              <a:t>[0 Errors / 0 Warnings]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93392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Executed custom Python test harness (audit_project.py).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100% verified DOM element IDs across dynamic templates.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All 22 museum image assets verified locally (zero missing files).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Validated semantic HTML5 tags and CSS syntax consistency.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3619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A07323"/>
                </a:solidFill>
                <a:latin typeface="Arial"/>
              </a:rPr>
              <a:t>REST API &amp; Server Tests  </a:t>
            </a:r>
            <a:r>
              <a:rPr sz="1000" b="1">
                <a:solidFill>
                  <a:srgbClr val="5A6878"/>
                </a:solidFill>
                <a:latin typeface="Calibri"/>
              </a:rPr>
              <a:t>[100% Passing Endpoints]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Tested HTTP server endpoints (/api/status, /api/quiz, /api/bookmarks).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Confirmed valid Content-Type headers for .js, .css, .json, and .html.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Graceful handling of malformed requests and unmapped URLs.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Verified port conflict auto-resolution across TCP ports 8000-8010.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82B49"/>
                </a:solidFill>
                <a:latin typeface="Arial"/>
              </a:rPr>
              <a:t>Cross-Browser Compatibility  </a:t>
            </a:r>
            <a:r>
              <a:rPr sz="1000" b="1">
                <a:solidFill>
                  <a:srgbClr val="5A6878"/>
                </a:solidFill>
                <a:latin typeface="Calibri"/>
              </a:rPr>
              <a:t>[Chrome, Edge, Firefox, Safari]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Tested responsive viewports: Desktop (1920x1080), Tablet, and Mobile.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Web Audio API unlocked cleanly across modern user interaction policies.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CSS glassmorphism and backdrop-filters verified on all modern engines.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Touch-friendly timeline navigation and accessible keyboard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0507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A07323"/>
                </a:solidFill>
                <a:latin typeface="Arial"/>
              </a:rPr>
              <a:t>Performance &amp; Accessibility  </a:t>
            </a:r>
            <a:r>
              <a:rPr sz="1000" b="1">
                <a:solidFill>
                  <a:srgbClr val="5A6878"/>
                </a:solidFill>
                <a:latin typeface="Calibri"/>
              </a:rPr>
              <a:t>[High Lighthouse Scores]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Sub-100ms first paint achieved via zero external library overhead.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Zero render-blocking third-party scripts (pure native ES6+).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High contrast text adhering to WCAG 2.1 AA readability standards.</a:t>
            </a:r>
          </a:p>
          <a:p>
            <a:pPr>
              <a:spcBef>
                <a:spcPts val="400"/>
              </a:spcBef>
              <a:defRPr sz="1050">
                <a:solidFill>
                  <a:srgbClr val="1C2530"/>
                </a:solidFill>
                <a:latin typeface="Calibri"/>
              </a:defRPr>
            </a:pPr>
            <a:r>
              <a:t>• Dual-run capability: runs completely offline or hosted on GitHub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7 •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Future Scope &amp; Potential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9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600200"/>
            <a:ext cx="502920" cy="41148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3D WebGL Artifact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Integrate Three.js to provide 360-degree interactive 3D rotatable models of selected archaeological relics (e.g. Harappan seals, Chola bronzes, and temple spires).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600200"/>
            <a:ext cx="502920" cy="41148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002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Regional Multilingual Localization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Expand language support to include Hindi, Marathi, Tamil, Bengali, and Sanskrit to broaden accessibility for schools and colleges across India.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069080"/>
            <a:ext cx="502920" cy="41148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690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Text-to-Speech Audio Tours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Incorporate Web Speech API or neural TTS narration to provide guided voiceover tours for each historical era, assisting visually impaired learners.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069080"/>
            <a:ext cx="502920" cy="41148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690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Dynamic Geo-Temporal Map Slider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2530"/>
                </a:solidFill>
                <a:latin typeface="Calibri"/>
              </a:defRPr>
            </a:pPr>
            <a:r>
              <a:t>Develop an animated timeline slider showing continuous empire territorial expansions and treaty changes across centuries on interactive vector 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5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07323"/>
                </a:solidFill>
                <a:latin typeface="Calibri"/>
              </a:defRPr>
            </a:pPr>
            <a:r>
              <a:t>SECTION 8 • 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Conclusion &amp; 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878"/>
                </a:solidFill>
                <a:latin typeface="Calibri"/>
              </a:defRPr>
            </a:pPr>
            <a:r>
              <a:t>History of India: Interactive Digital Archive  |  Raunak Dilip Jaiswal (V.K. Krishna Menon College, Mumbai)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5A6878"/>
                </a:solidFill>
                <a:latin typeface="Calibri"/>
              </a:defRPr>
            </a:pPr>
            <a:r>
              <a:t>Slide 10 of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9377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A07323"/>
                </a:solidFill>
                <a:latin typeface="Calibri"/>
              </a:rPr>
              <a:t>✔ Bridging Technology &amp; Heritage: </a:t>
            </a:r>
            <a:r>
              <a:rPr sz="1100">
                <a:solidFill>
                  <a:srgbClr val="1C2530"/>
                </a:solidFill>
                <a:latin typeface="Calibri"/>
              </a:rPr>
              <a:t>Successfully synthesized modern full-stack web engineering with 5,000 years of Indian historical scholarship.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A07323"/>
                </a:solidFill>
                <a:latin typeface="Calibri"/>
              </a:rPr>
              <a:t>✔ Zero-Dependency Reliability: </a:t>
            </a:r>
            <a:r>
              <a:rPr sz="1100">
                <a:solidFill>
                  <a:srgbClr val="1C2530"/>
                </a:solidFill>
                <a:latin typeface="Calibri"/>
              </a:rPr>
              <a:t>Proved that responsive, rich multimedia web apps can be constructed efficiently using standard libraries without heavy framework bloat.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A07323"/>
                </a:solidFill>
                <a:latin typeface="Calibri"/>
              </a:rPr>
              <a:t>✔ Comprehensive Documentation: </a:t>
            </a:r>
            <a:r>
              <a:rPr sz="1100">
                <a:solidFill>
                  <a:srgbClr val="1C2530"/>
                </a:solidFill>
                <a:latin typeface="Calibri"/>
              </a:rPr>
              <a:t>Produced an exhaustive 68-page academic report adhering to University of Mumbai guidelines.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A07323"/>
                </a:solidFill>
                <a:latin typeface="Calibri"/>
              </a:rPr>
              <a:t>✔ Global Accessibility: </a:t>
            </a:r>
            <a:r>
              <a:rPr sz="1100">
                <a:solidFill>
                  <a:srgbClr val="1C2530"/>
                </a:solidFill>
                <a:latin typeface="Calibri"/>
              </a:rPr>
              <a:t>Successfully published and hosted live worldwide on GitHub Pages with SSL encryption and public version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4876495" cy="475488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4297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59134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300">
                <a:solidFill>
                  <a:srgbClr val="D2E1F5"/>
                </a:solidFill>
                <a:latin typeface="Calibri"/>
              </a:defRPr>
            </a:pPr>
            <a:r>
              <a:t>Questions &amp; Answers are Welcome</a:t>
            </a:r>
          </a:p>
          <a:p>
            <a:pPr>
              <a:spcBef>
                <a:spcPts val="2000"/>
              </a:spcBef>
              <a:defRPr sz="1000" b="1">
                <a:solidFill>
                  <a:srgbClr val="C59134"/>
                </a:solidFill>
                <a:latin typeface="Calibri"/>
              </a:defRPr>
            </a:pPr>
            <a:r>
              <a:t>STUDENT &amp; COLLEGE DETAILS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Mr. Raunak Dilip Jaiswal</a:t>
            </a:r>
            <a:br/>
            <a:r>
              <a:t>B.Sc. Computer Science (Final Year)</a:t>
            </a:r>
            <a:br/>
            <a:r>
              <a:t>V.K. Krishna Menon College of Commerce &amp; Economics</a:t>
            </a:r>
            <a:br/>
            <a:r>
              <a:t>University of Mumbai</a:t>
            </a:r>
          </a:p>
          <a:p>
            <a:pPr>
              <a:spcBef>
                <a:spcPts val="1600"/>
              </a:spcBef>
              <a:defRPr sz="1000" b="1">
                <a:solidFill>
                  <a:srgbClr val="C59134"/>
                </a:solidFill>
                <a:latin typeface="Calibri"/>
              </a:defRPr>
            </a:pPr>
            <a:r>
              <a:t>ONLINE PROJECT LINKS</a:t>
            </a:r>
          </a:p>
          <a:p>
            <a:pPr>
              <a:spcBef>
                <a:spcPts val="400"/>
              </a:spcBef>
              <a:defRPr sz="1050">
                <a:solidFill>
                  <a:srgbClr val="DCEBFF"/>
                </a:solidFill>
                <a:latin typeface="Calibri"/>
              </a:defRPr>
            </a:pPr>
            <a:r>
              <a:t>• Live Site: raunakjaiswaljaiswal9-ux.github.io/history-of-India</a:t>
            </a:r>
            <a:br/>
            <a:r>
              <a:t>• GitHub: github.com/raunakjaiswaljaiswal9-ux/history-of-India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